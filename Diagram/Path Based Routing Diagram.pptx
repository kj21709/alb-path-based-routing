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3"/>
    <p:restoredTop sz="94669"/>
  </p:normalViewPr>
  <p:slideViewPr>
    <p:cSldViewPr snapToGrid="0">
      <p:cViewPr varScale="1">
        <p:scale>
          <a:sx n="100" d="100"/>
          <a:sy n="100" d="100"/>
        </p:scale>
        <p:origin x="101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41EC-6C1D-EFB8-AC18-B33E64CBA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34854-8AB3-2103-31C9-994A15367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B49AF-81C3-0A9C-6622-4B409ECB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3E7B9-4BCC-F39A-8DCA-77F02618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171EC-F945-7543-467E-B6507F4E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8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4029-8337-4838-0C49-14139550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B008A-F023-6AE9-2DFC-5FA390418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322E8-6BF4-CE2F-E058-756428322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AD833-F05D-EDD9-1952-00D39236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D2761-9B6D-78C1-EC76-FD426FBF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1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1C6D1-5152-8B7B-A34B-8BEE6D56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B657B-756F-B40F-FC31-0761B1B72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BF865-74C1-8E0F-10F3-153B01DB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34028-449C-7D0F-2E92-7EAC7A42A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78406-10B0-6815-377E-7DC7C724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65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50670-23EB-1842-A6EE-F0786C81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A9AC2-E46B-DBC0-F410-30C19B29F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3D29E-C5C3-D119-B7A4-54815D00A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886FB-3C5B-9CCE-1071-72F888C5A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1C709-AA6F-9D03-F525-0C782233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3AD03-FFC3-28B5-50E7-CC980AF8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73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F9C8-E68E-4851-E2C7-18986E676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1F486-1F7C-479C-0873-0566A575C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2CDBC-7D32-591F-8AE2-7A05994A0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0CA4AD-8D94-B633-4E06-26B21A691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26870F-1767-D054-8981-6515DD33D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96A918-00F5-1F03-FCB1-3A53D046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94A03-6765-62F3-E06A-C2A0A8E1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59801-98DC-13B3-C916-51B8DC53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8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085C-AEC2-E31B-CE3C-CC43DC9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D8811-9261-826B-CF2E-0199FA51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79B12-82B4-8B42-58AC-475E655D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EA275-3273-4030-8887-FE9E6796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35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CC2908-6957-21B4-BFA6-C2B6E3F6F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E73E6-06AA-9F3F-C258-F74C4EA98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C695F-AF1B-49DA-461A-211B8D0D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1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3FCC-F16A-1601-A01B-42311D38E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7874B-F150-D4DA-EDED-E20DC4631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A1258-C764-EDCF-D6A8-B8194C81D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9166D-2A8D-8177-B9FD-7E64950C4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FA114-33F5-E6BA-99C2-8CEBDFEFE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F3DBE-9DDF-E929-D1BE-A6751F3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9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017C6-65DF-A85E-15E9-63485EB6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AF55A8-6155-767C-1E79-F17FE54DB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C14AB-8796-C92D-3D06-452DDBB78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7CD08-D630-95DF-F8C9-129E50DE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5A344-A3F0-9963-0975-E169C839A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DDE70-0932-2FDC-8F72-C718E598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3107-E1F7-EF51-DF37-61DF1CE37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BFB02-E91A-57B0-2916-81D47D0D2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27E62-84AB-97C2-87F2-E838C7D3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61640-A971-306D-7006-5D06D640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36AE3-A5D2-71D7-3A74-6F49F484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0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350BA4-207D-B473-543C-3E3084A9E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1D8D7-FFD3-7DF6-B68E-A762723D2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E6F9C-C424-0B31-0174-21DF68CB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32CD8-70E5-3D26-9843-E705CD05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4715D-43B7-F7C4-989A-2AB3FC95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2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D38D7-0431-CA20-1752-6D43A41CA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1C985-7BFB-6EF1-6B80-416C1F86C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861E-E683-B240-DA73-7F7E2FFFB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80767-96E7-444B-B408-0763A565C379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0FA0-20DE-5418-E72B-4636F09F6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45B4D-0F79-EAAC-F0B9-F0EF88D18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5B3AF-0F17-BB40-9717-6CFA652A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90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5B14B6C-4A94-DAFD-318A-AB596478B16E}"/>
              </a:ext>
            </a:extLst>
          </p:cNvPr>
          <p:cNvSpPr/>
          <p:nvPr/>
        </p:nvSpPr>
        <p:spPr>
          <a:xfrm>
            <a:off x="8708401" y="2301109"/>
            <a:ext cx="551348" cy="280851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D75A28-EA34-1214-F819-408BE62346E7}"/>
              </a:ext>
            </a:extLst>
          </p:cNvPr>
          <p:cNvSpPr/>
          <p:nvPr/>
        </p:nvSpPr>
        <p:spPr>
          <a:xfrm>
            <a:off x="7577733" y="2302330"/>
            <a:ext cx="645430" cy="280851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 descr="Region group.">
            <a:extLst>
              <a:ext uri="{FF2B5EF4-FFF2-40B4-BE49-F238E27FC236}">
                <a16:creationId xmlns:a16="http://schemas.microsoft.com/office/drawing/2014/main" id="{F02454BF-59B5-3CAE-F314-8C231A5D029D}"/>
              </a:ext>
            </a:extLst>
          </p:cNvPr>
          <p:cNvGrpSpPr/>
          <p:nvPr/>
        </p:nvGrpSpPr>
        <p:grpSpPr>
          <a:xfrm>
            <a:off x="3027092" y="838200"/>
            <a:ext cx="8745807" cy="5676900"/>
            <a:chOff x="2590800" y="838200"/>
            <a:chExt cx="7639049" cy="5105399"/>
          </a:xfrm>
        </p:grpSpPr>
        <p:sp>
          <p:nvSpPr>
            <p:cNvPr id="5" name="Rectangle 4" descr="Region group">
              <a:extLst>
                <a:ext uri="{FF2B5EF4-FFF2-40B4-BE49-F238E27FC236}">
                  <a16:creationId xmlns:a16="http://schemas.microsoft.com/office/drawing/2014/main" id="{0BDED678-EFB8-4D93-449D-876E47A6B267}"/>
                </a:ext>
              </a:extLst>
            </p:cNvPr>
            <p:cNvSpPr/>
            <p:nvPr/>
          </p:nvSpPr>
          <p:spPr>
            <a:xfrm>
              <a:off x="2590800" y="838200"/>
              <a:ext cx="7639049" cy="5105399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</a:p>
          </p:txBody>
        </p:sp>
        <p:pic>
          <p:nvPicPr>
            <p:cNvPr id="6" name="Graphic 5" descr="Region group icon.">
              <a:extLst>
                <a:ext uri="{FF2B5EF4-FFF2-40B4-BE49-F238E27FC236}">
                  <a16:creationId xmlns:a16="http://schemas.microsoft.com/office/drawing/2014/main" id="{CBE998EC-D152-06FB-14B6-337F5DA0C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590800" y="838200"/>
              <a:ext cx="381000" cy="381000"/>
            </a:xfrm>
            <a:prstGeom prst="rect">
              <a:avLst/>
            </a:prstGeom>
          </p:spPr>
        </p:pic>
      </p:grpSp>
      <p:grpSp>
        <p:nvGrpSpPr>
          <p:cNvPr id="7" name="Group 6" descr="Private subnet group.">
            <a:extLst>
              <a:ext uri="{FF2B5EF4-FFF2-40B4-BE49-F238E27FC236}">
                <a16:creationId xmlns:a16="http://schemas.microsoft.com/office/drawing/2014/main" id="{C0D50AAB-1F8D-8AC3-BEF3-70612C63DF06}"/>
              </a:ext>
            </a:extLst>
          </p:cNvPr>
          <p:cNvGrpSpPr/>
          <p:nvPr/>
        </p:nvGrpSpPr>
        <p:grpSpPr>
          <a:xfrm>
            <a:off x="6096000" y="4307705"/>
            <a:ext cx="3877777" cy="889002"/>
            <a:chOff x="4215623" y="2618865"/>
            <a:chExt cx="1765300" cy="88900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B6DBBA-F211-B549-B746-A8E22FABAE69}"/>
                </a:ext>
              </a:extLst>
            </p:cNvPr>
            <p:cNvSpPr/>
            <p:nvPr/>
          </p:nvSpPr>
          <p:spPr>
            <a:xfrm>
              <a:off x="4215623" y="2618865"/>
              <a:ext cx="1765300" cy="889002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700" dirty="0">
                  <a:solidFill>
                    <a:schemeClr val="bg1"/>
                  </a:solidFill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9" name="Graphic 8" descr="Private subnet group icon. ">
              <a:extLst>
                <a:ext uri="{FF2B5EF4-FFF2-40B4-BE49-F238E27FC236}">
                  <a16:creationId xmlns:a16="http://schemas.microsoft.com/office/drawing/2014/main" id="{6DCEB8E1-373D-33C3-CEA4-AD27AD13A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215623" y="2618865"/>
              <a:ext cx="191874" cy="191874"/>
            </a:xfrm>
            <a:prstGeom prst="rect">
              <a:avLst/>
            </a:prstGeom>
          </p:spPr>
        </p:pic>
      </p:grpSp>
      <p:grpSp>
        <p:nvGrpSpPr>
          <p:cNvPr id="10" name="Group 9" descr="Private subnet group.">
            <a:extLst>
              <a:ext uri="{FF2B5EF4-FFF2-40B4-BE49-F238E27FC236}">
                <a16:creationId xmlns:a16="http://schemas.microsoft.com/office/drawing/2014/main" id="{161E32F0-EF5D-A6C5-8932-C4B4545A73B9}"/>
              </a:ext>
            </a:extLst>
          </p:cNvPr>
          <p:cNvGrpSpPr/>
          <p:nvPr/>
        </p:nvGrpSpPr>
        <p:grpSpPr>
          <a:xfrm>
            <a:off x="6096000" y="2539998"/>
            <a:ext cx="3877777" cy="889002"/>
            <a:chOff x="4215623" y="2618865"/>
            <a:chExt cx="1765300" cy="88900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9838545-FFE9-637A-C485-2E293473E153}"/>
                </a:ext>
              </a:extLst>
            </p:cNvPr>
            <p:cNvSpPr/>
            <p:nvPr/>
          </p:nvSpPr>
          <p:spPr>
            <a:xfrm>
              <a:off x="4215623" y="2618865"/>
              <a:ext cx="1765300" cy="889002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>
                  <a:solidFill>
                    <a:schemeClr val="bg1"/>
                  </a:solidFill>
                  <a:cs typeface="Arial" panose="020B0604020202020204" pitchFamily="34" charset="0"/>
                </a:rPr>
                <a:t>Private subnet</a:t>
              </a:r>
              <a:endParaRPr lang="en-US" sz="8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12" name="Graphic 11" descr="Private subnet group icon. ">
              <a:extLst>
                <a:ext uri="{FF2B5EF4-FFF2-40B4-BE49-F238E27FC236}">
                  <a16:creationId xmlns:a16="http://schemas.microsoft.com/office/drawing/2014/main" id="{9BC34313-A9F7-1319-DC75-A548C83A7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215623" y="2618865"/>
              <a:ext cx="191873" cy="191873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1075B22-62D2-1DCA-763E-04995DA0D7B7}"/>
              </a:ext>
            </a:extLst>
          </p:cNvPr>
          <p:cNvSpPr txBox="1"/>
          <p:nvPr/>
        </p:nvSpPr>
        <p:spPr>
          <a:xfrm>
            <a:off x="9981507" y="2761056"/>
            <a:ext cx="1132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us-east-1a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9484F5-2A9E-EA7B-661F-86311CB44971}"/>
              </a:ext>
            </a:extLst>
          </p:cNvPr>
          <p:cNvSpPr txBox="1"/>
          <p:nvPr/>
        </p:nvSpPr>
        <p:spPr>
          <a:xfrm>
            <a:off x="9981507" y="4548360"/>
            <a:ext cx="9819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us-east-1b</a:t>
            </a:r>
          </a:p>
        </p:txBody>
      </p:sp>
      <p:pic>
        <p:nvPicPr>
          <p:cNvPr id="18" name="Graphic 17" descr="EC2 instance contents group icon. ">
            <a:extLst>
              <a:ext uri="{FF2B5EF4-FFF2-40B4-BE49-F238E27FC236}">
                <a16:creationId xmlns:a16="http://schemas.microsoft.com/office/drawing/2014/main" id="{CD5C1C8B-B2D1-5FB0-4942-22F0E2C184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781232" y="2693665"/>
            <a:ext cx="381000" cy="381000"/>
          </a:xfrm>
          <a:prstGeom prst="rect">
            <a:avLst/>
          </a:prstGeom>
        </p:spPr>
      </p:pic>
      <p:pic>
        <p:nvPicPr>
          <p:cNvPr id="19" name="Graphic 18" descr="EC2 instance contents group icon. ">
            <a:extLst>
              <a:ext uri="{FF2B5EF4-FFF2-40B4-BE49-F238E27FC236}">
                <a16:creationId xmlns:a16="http://schemas.microsoft.com/office/drawing/2014/main" id="{2080BB0A-54D5-0374-65E9-14833DF3CD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74778" y="4499579"/>
            <a:ext cx="381000" cy="381000"/>
          </a:xfrm>
          <a:prstGeom prst="rect">
            <a:avLst/>
          </a:prstGeom>
        </p:spPr>
      </p:pic>
      <p:pic>
        <p:nvPicPr>
          <p:cNvPr id="20" name="Graphic 19" descr="EC2 instance contents group icon. ">
            <a:extLst>
              <a:ext uri="{FF2B5EF4-FFF2-40B4-BE49-F238E27FC236}">
                <a16:creationId xmlns:a16="http://schemas.microsoft.com/office/drawing/2014/main" id="{1A3E02BA-B018-791E-DE5E-FBD4E5A352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783907" y="4444359"/>
            <a:ext cx="381000" cy="381000"/>
          </a:xfrm>
          <a:prstGeom prst="rect">
            <a:avLst/>
          </a:prstGeom>
        </p:spPr>
      </p:pic>
      <p:pic>
        <p:nvPicPr>
          <p:cNvPr id="21" name="Graphic 20" descr="EC2 instance contents group icon. ">
            <a:extLst>
              <a:ext uri="{FF2B5EF4-FFF2-40B4-BE49-F238E27FC236}">
                <a16:creationId xmlns:a16="http://schemas.microsoft.com/office/drawing/2014/main" id="{8BCE5E3D-0EFC-A190-B492-B97AF0BF10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74778" y="2714821"/>
            <a:ext cx="381000" cy="381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2693EDD-1FC8-6B5F-8DA3-47B1C36EFFC8}"/>
              </a:ext>
            </a:extLst>
          </p:cNvPr>
          <p:cNvSpPr txBox="1"/>
          <p:nvPr/>
        </p:nvSpPr>
        <p:spPr>
          <a:xfrm>
            <a:off x="7548014" y="2281304"/>
            <a:ext cx="719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TG red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D6CA7-FA26-547A-2E6E-FD5F1A2C0A2D}"/>
              </a:ext>
            </a:extLst>
          </p:cNvPr>
          <p:cNvSpPr txBox="1"/>
          <p:nvPr/>
        </p:nvSpPr>
        <p:spPr>
          <a:xfrm>
            <a:off x="8637632" y="2297892"/>
            <a:ext cx="7222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TG Blue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4CD11F-FCD8-A506-7D78-B51C4154314F}"/>
              </a:ext>
            </a:extLst>
          </p:cNvPr>
          <p:cNvSpPr/>
          <p:nvPr/>
        </p:nvSpPr>
        <p:spPr>
          <a:xfrm>
            <a:off x="7282039" y="2638759"/>
            <a:ext cx="2171703" cy="2354747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Graphic 28" descr="Auto Scaling group icon.">
            <a:extLst>
              <a:ext uri="{FF2B5EF4-FFF2-40B4-BE49-F238E27FC236}">
                <a16:creationId xmlns:a16="http://schemas.microsoft.com/office/drawing/2014/main" id="{76FE9EB1-FE17-AC48-F72C-A65DF5B21C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247274" y="3708785"/>
            <a:ext cx="205749" cy="20574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9EFBD62-D508-63F0-9D21-9F5AADED90BB}"/>
              </a:ext>
            </a:extLst>
          </p:cNvPr>
          <p:cNvSpPr txBox="1"/>
          <p:nvPr/>
        </p:nvSpPr>
        <p:spPr>
          <a:xfrm>
            <a:off x="6477278" y="3637505"/>
            <a:ext cx="669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ASG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C4535AD-6C0F-325B-EF84-48771DA34F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4721" y="4764122"/>
            <a:ext cx="613240" cy="613240"/>
          </a:xfrm>
          <a:prstGeom prst="rect">
            <a:avLst/>
          </a:prstGeom>
        </p:spPr>
      </p:pic>
      <p:pic>
        <p:nvPicPr>
          <p:cNvPr id="37" name="Graphic 36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4B6240F6-896E-A191-25ED-6DC8AB271E3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26100" y="1322105"/>
            <a:ext cx="457200" cy="457200"/>
          </a:xfrm>
          <a:prstGeom prst="rect">
            <a:avLst/>
          </a:prstGeom>
        </p:spPr>
      </p:pic>
      <p:sp>
        <p:nvSpPr>
          <p:cNvPr id="38" name="TextBox 19">
            <a:extLst>
              <a:ext uri="{FF2B5EF4-FFF2-40B4-BE49-F238E27FC236}">
                <a16:creationId xmlns:a16="http://schemas.microsoft.com/office/drawing/2014/main" id="{26043818-32B5-263A-7FF8-C5097233C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906" y="885113"/>
            <a:ext cx="15235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 Load </a:t>
            </a:r>
            <a:b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Balancer</a:t>
            </a: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06A8CC66-53B0-CB59-6D15-12DE018DA561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6096000" y="1661293"/>
            <a:ext cx="1811858" cy="620011"/>
          </a:xfrm>
          <a:prstGeom prst="bentConnector2">
            <a:avLst/>
          </a:prstGeom>
          <a:ln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09A54D5-E325-DC88-A72B-E3B66A8AA975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096000" y="1460501"/>
            <a:ext cx="2902766" cy="837391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0F804BCC-2EDB-DE51-C6C2-E915500503C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59196" y="2705302"/>
            <a:ext cx="2871150" cy="1246488"/>
          </a:xfrm>
          <a:prstGeom prst="bentConnector3">
            <a:avLst>
              <a:gd name="adj1" fmla="val 42923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ACC34719-31AF-942C-6471-8F5BE397864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50700" y="2739841"/>
            <a:ext cx="2871151" cy="117741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905F6DF-8222-D6A3-C3E7-554DE2F4F694}"/>
              </a:ext>
            </a:extLst>
          </p:cNvPr>
          <p:cNvSpPr txBox="1"/>
          <p:nvPr/>
        </p:nvSpPr>
        <p:spPr>
          <a:xfrm>
            <a:off x="0" y="77626"/>
            <a:ext cx="320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ALB – Path Based Routing</a:t>
            </a:r>
          </a:p>
        </p:txBody>
      </p:sp>
      <p:pic>
        <p:nvPicPr>
          <p:cNvPr id="97" name="Graphic 21" descr="Amazon Route 53 service icon.">
            <a:extLst>
              <a:ext uri="{FF2B5EF4-FFF2-40B4-BE49-F238E27FC236}">
                <a16:creationId xmlns:a16="http://schemas.microsoft.com/office/drawing/2014/main" id="{C31A9F98-37AC-FDEA-A09E-2D0221051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3553038" y="1252518"/>
            <a:ext cx="623048" cy="623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" name="TextBox 12">
            <a:extLst>
              <a:ext uri="{FF2B5EF4-FFF2-40B4-BE49-F238E27FC236}">
                <a16:creationId xmlns:a16="http://schemas.microsoft.com/office/drawing/2014/main" id="{E386E3FD-6EA6-2DD1-0106-D61751EE0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1561" y="1892971"/>
            <a:ext cx="17107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7158915-CFFD-32B5-30E2-95B1B3D4395E}"/>
              </a:ext>
            </a:extLst>
          </p:cNvPr>
          <p:cNvCxnSpPr>
            <a:cxnSpLocks/>
          </p:cNvCxnSpPr>
          <p:nvPr/>
        </p:nvCxnSpPr>
        <p:spPr>
          <a:xfrm flipV="1">
            <a:off x="4188786" y="1485902"/>
            <a:ext cx="1437314" cy="5433"/>
          </a:xfrm>
          <a:prstGeom prst="line">
            <a:avLst/>
          </a:prstGeom>
          <a:ln>
            <a:solidFill>
              <a:schemeClr val="accent4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255FB9-2DBB-3D82-CE6B-92919E1336B5}"/>
              </a:ext>
            </a:extLst>
          </p:cNvPr>
          <p:cNvCxnSpPr>
            <a:cxnSpLocks/>
          </p:cNvCxnSpPr>
          <p:nvPr/>
        </p:nvCxnSpPr>
        <p:spPr>
          <a:xfrm>
            <a:off x="4188786" y="1680657"/>
            <a:ext cx="1437314" cy="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Graphic 20" descr="AWS Certificate Manager (ACM) service icon.">
            <a:extLst>
              <a:ext uri="{FF2B5EF4-FFF2-40B4-BE49-F238E27FC236}">
                <a16:creationId xmlns:a16="http://schemas.microsoft.com/office/drawing/2014/main" id="{02C36603-705C-73D7-B06B-6F4003178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 flipV="1">
            <a:off x="4154785" y="2240615"/>
            <a:ext cx="532145" cy="532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TextBox 12">
            <a:extLst>
              <a:ext uri="{FF2B5EF4-FFF2-40B4-BE49-F238E27FC236}">
                <a16:creationId xmlns:a16="http://schemas.microsoft.com/office/drawing/2014/main" id="{7ED213EF-3C26-4965-CBA2-42BBBF412913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3974983" y="2904029"/>
            <a:ext cx="9290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ACM</a:t>
            </a:r>
          </a:p>
        </p:txBody>
      </p:sp>
      <p:pic>
        <p:nvPicPr>
          <p:cNvPr id="123" name="Picture 122" descr="A close up of a website&#10;&#10;AI-generated content may be incorrect.">
            <a:extLst>
              <a:ext uri="{FF2B5EF4-FFF2-40B4-BE49-F238E27FC236}">
                <a16:creationId xmlns:a16="http://schemas.microsoft.com/office/drawing/2014/main" id="{CF43D625-18E7-2618-6BA5-7CE7E31BCC0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7969" y="4368190"/>
            <a:ext cx="1923708" cy="410391"/>
          </a:xfrm>
          <a:prstGeom prst="rect">
            <a:avLst/>
          </a:prstGeom>
        </p:spPr>
      </p:pic>
      <p:pic>
        <p:nvPicPr>
          <p:cNvPr id="127" name="Picture 126" descr="A close up of a sign&#10;&#10;AI-generated content may be incorrect.">
            <a:extLst>
              <a:ext uri="{FF2B5EF4-FFF2-40B4-BE49-F238E27FC236}">
                <a16:creationId xmlns:a16="http://schemas.microsoft.com/office/drawing/2014/main" id="{7F187BC0-C35D-C8FC-A516-DEF01AD560A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873" y="5501520"/>
            <a:ext cx="1875516" cy="400110"/>
          </a:xfrm>
          <a:prstGeom prst="rect">
            <a:avLst/>
          </a:prstGeom>
        </p:spPr>
      </p:pic>
      <p:sp>
        <p:nvSpPr>
          <p:cNvPr id="129" name="Right Brace 128">
            <a:extLst>
              <a:ext uri="{FF2B5EF4-FFF2-40B4-BE49-F238E27FC236}">
                <a16:creationId xmlns:a16="http://schemas.microsoft.com/office/drawing/2014/main" id="{D5CCB7F5-FBAB-D3B8-C9B1-478742E00E4E}"/>
              </a:ext>
            </a:extLst>
          </p:cNvPr>
          <p:cNvSpPr/>
          <p:nvPr/>
        </p:nvSpPr>
        <p:spPr>
          <a:xfrm>
            <a:off x="1955800" y="4573385"/>
            <a:ext cx="394988" cy="12305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3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25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Kleb Dorelien</dc:creator>
  <cp:lastModifiedBy>Kleb Dorelien</cp:lastModifiedBy>
  <cp:revision>1</cp:revision>
  <dcterms:created xsi:type="dcterms:W3CDTF">2026-02-24T04:36:13Z</dcterms:created>
  <dcterms:modified xsi:type="dcterms:W3CDTF">2026-02-25T05:14:31Z</dcterms:modified>
</cp:coreProperties>
</file>